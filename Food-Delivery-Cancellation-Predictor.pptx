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erif"/>
      <p:regular r:id="rId201314"/>
    </p:embeddedFont>
    <p:embeddedFont>
      <p:font typeface="Noto Serif Medium"/>
      <p:regular r:id="rId201315"/>
    </p:embeddedFont>
    <p:embeddedFont>
      <p:font typeface="Noto Serif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1228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74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Food Delivery Cancellation Predictor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69184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 that predicts cancelled orders and tells us how to save them.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43202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Name: [Your Name] · Roll No: [_____ ] · Guide: [Guide Name]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31269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60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Problem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3287216"/>
            <a:ext cx="629686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Orders cancel after the kitchen has started and a rider is assigned.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Restaurants lose money on prepared food and delivery costs.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Customers are left unhappy and may stop ordering.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31269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60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Why Orders Get Cancelled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3287216"/>
            <a:ext cx="629686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Long kitchen prep time — food takes too long to be ready.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Long rider wait time — riders arrive late or wait too long.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Problems peak during evening and night rush hours.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31269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60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Our Solution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3287216"/>
            <a:ext cx="629686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Predict which orders are likely to cancel before loss occurs.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Explain the main reason for each risky order in plain terms.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Recommend the cheapest fix — a small discount or faster rider.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707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60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How We Built It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0475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    A five-step pipeline that turns raw delivery data into live prevention:   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62622"/>
            <a:ext cx="10868745" cy="3098205"/>
          </a:xfrm>
          <a:prstGeom prst="roundRect">
            <a:avLst>
              <a:gd name="adj" fmla="val 2562"/>
            </a:avLst>
          </a:prstGeom>
          <a:solidFill>
            <a:srgbClr val="F2EDE5"/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24130" dir="2700000">
              <a:srgbClr val="ccc4b8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825" y="2568972"/>
            <a:ext cx="3618616" cy="1693962"/>
          </a:xfrm>
          <a:custGeom>
            <a:avLst/>
            <a:gdLst/>
            <a:ahLst/>
            <a:cxnLst/>
            <a:rect l="l" t="t" r="r" b="b"/>
            <a:pathLst>
              <a:path w="3618616" h="1693962">
                <a:moveTo>
                  <a:pt x="66156" y="0"/>
                </a:moveTo>
                <a:lnTo>
                  <a:pt x="3618616" y="0"/>
                </a:lnTo>
                <a:lnTo>
                  <a:pt x="3618616" y="1693962"/>
                </a:lnTo>
                <a:lnTo>
                  <a:pt x="0" y="1693962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F2EDE5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2757984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Collect data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166666"/>
            <a:ext cx="32406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Order logs, timestamps, rider traces.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86440" y="2568972"/>
            <a:ext cx="3618715" cy="1693962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9" name="Shape 7"/>
          <p:cNvSpPr/>
          <p:nvPr/>
        </p:nvSpPr>
        <p:spPr>
          <a:xfrm>
            <a:off x="4286440" y="2568972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CC4B8"/>
          </a:solidFill>
          <a:ln/>
        </p:spPr>
      </p:sp>
      <p:sp>
        <p:nvSpPr>
          <p:cNvPr id="10" name="Text 8"/>
          <p:cNvSpPr/>
          <p:nvPr/>
        </p:nvSpPr>
        <p:spPr>
          <a:xfrm>
            <a:off x="4475447" y="2757984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Clean data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475447" y="3166666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Remove duplicates, fix timestamps, handle missing values.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05155" y="2568972"/>
            <a:ext cx="3618715" cy="1693962"/>
          </a:xfrm>
          <a:custGeom>
            <a:avLst/>
            <a:gdLst/>
            <a:ahLst/>
            <a:cxnLst/>
            <a:rect l="l" t="t" r="r" b="b"/>
            <a:pathLst>
              <a:path w="3618715" h="1693962">
                <a:moveTo>
                  <a:pt x="0" y="0"/>
                </a:moveTo>
                <a:lnTo>
                  <a:pt x="3552558" y="0"/>
                </a:lnTo>
                <a:arcTo hR="66158" wR="66156" stAng="16200000" swAng="5400000"/>
                <a:lnTo>
                  <a:pt x="3618715" y="1693962"/>
                </a:lnTo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F2EDE5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5155" y="2568972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CC4B8"/>
          </a:solidFill>
          <a:ln/>
        </p:spPr>
      </p:sp>
      <p:sp>
        <p:nvSpPr>
          <p:cNvPr id="14" name="Text 12"/>
          <p:cNvSpPr/>
          <p:nvPr/>
        </p:nvSpPr>
        <p:spPr>
          <a:xfrm>
            <a:off x="8094162" y="2757984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Analyze (PySpark)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94162" y="3166666"/>
            <a:ext cx="32407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Fast processing of large logs. PySpark = tool for big data processing.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7825" y="4262934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6156" y="1391543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D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825" y="4262934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18" name="Text 16"/>
          <p:cNvSpPr/>
          <p:nvPr/>
        </p:nvSpPr>
        <p:spPr>
          <a:xfrm>
            <a:off x="856832" y="4451945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Train (Random Forest)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56832" y="4860627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Robust model that handles many features and rare events.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095848" y="4262934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428023" y="0"/>
                </a:lnTo>
                <a:lnTo>
                  <a:pt x="5428023" y="1325385"/>
                </a:lnTo>
                <a:arcTo hR="66158" wR="66156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F2ED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4262934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CC4B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48" y="4262934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23" name="Text 21"/>
          <p:cNvSpPr/>
          <p:nvPr/>
        </p:nvSpPr>
        <p:spPr>
          <a:xfrm>
            <a:off x="6284854" y="4451945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Deploy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284854" y="4860627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Web app for alerts + Power BI for operational views.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80059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60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Data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3136007"/>
            <a:ext cx="6296860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21,321 real food-delivery orders in our dataset.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Only ~1% were cancelled — a rare event the model needs to detect.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Dataset balancing and careful sampling were used to train the AI.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31269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60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Results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3287216"/>
            <a:ext cx="629686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Accuracy: 99.46% — model correctly labels most cases.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Precision: 100% — every flagged order was truly risky.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finding: Rider wait time is the #1 cause of cancellations.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31269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60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Live App — What It Shows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3287216"/>
            <a:ext cx="629686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 RISK alert on orders that need attention now.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Auto-suggestion: e.g., give ₹150 discount or speed up rider arrival.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Savings estimate: shows net profit saved if the order is rescued.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80059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60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BI Dashboard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3136007"/>
            <a:ext cx="6296860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Executive Overview: key metrics and trend lines at a glance.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Delivery &amp; Cancellation Analysis: filters by time, area, rider.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Operational Recommendations: suggested fixes and expected savings.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28850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60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Impact &amp; Conclusion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2984798"/>
            <a:ext cx="6296860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Spend ₹150 (discount/time) to save a ₹3,000 order — net ₹2,850 saved per rescued order.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project shifts the business from predicting failures to preventing them.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Thank you — Questions?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2026-09-27T10:59:16Z</dcterms:created>
  <dcterms:modified xsi:type="dcterms:W3CDTF">2026-09-27T10:59:16Z</dcterms:modified>
</cp:coreProperties>
</file>